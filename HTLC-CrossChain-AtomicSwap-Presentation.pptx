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7931A"/>
                </a:solidFill>
              </a:defRPr>
            </a:pPr>
            <a:r>
              <a:t>BLOCKCHAIN INTEROPERABILITY &amp; CRYPTOGRAPHIC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Cross-Chain HTLC Atomic Swap (BTC ↔ STRK)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Trustless Peer-to-Peer Liquidity Bridge between Bitcoin and Starknet L2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1. What This Is About (Use Case &amp; Background)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27048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Core Use Case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Trustless, non-custodial cross-chain atomic swap between Bitcoin (BTC) and Starknet (STRK).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79191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The Counterparty Dilemma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Eliminates counterparty risk ('Hold-up Problem') where one party defaults after receiving funds.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41063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50791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No Centralized Intermediary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Removes reliance on custodial exchanges (CEX) and vulnerable wrapped-token cross-chain bridges.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02936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12664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Cryptographic Guarantee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Guarantees atomicity: either both transfers execute successfully, or both parties receive full refunds.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2. What Has Been Developed (The Simulation Tool)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27048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Visual Simulation Platform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Browser-based interactive simulator ('htlc_animation.html') demonstrating dual-chain execution.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79191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Dual Path Execution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Full interactive modeling of both the 'Happy Path' (successful swap) and 'Timeout Refund Path'.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41063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50791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Real-Time Knowledge Tracker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Live tracking of secret revelation: User secret -&gt; Starknet calldata -&gt; Node on-chain discovery.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02936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12664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Dynamic State Machine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Visual SVG token movement across Bitcoin P2SH Script and Starknet Cairo Smart Contracts.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3. The Problems It Solves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27048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Cross-Chain Heterogeneity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Bridges Bitcoin (non-Turing complete Script) and Starknet (Cairo ZK-Rollup) without joint consensus.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79191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Custodial Risk Elimination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Over $2.8B lost in bridge hacks historically; HTLC relies exclusively on math and local chain rules.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41063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50791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Liquidity Fragmentation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Unlocks native Bitcoin capital to participate in Starknet DeFi applications without wrapping assets.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02936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12664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Deterministic Settlement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Timelocks ensure zero permanent lockup of funds even if network nodes go completely offline.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4. Gap Analysis: Key Issues in the Current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27048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Frontend Limitations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Static simulation only; lacks Web3 wallet connectivity (Unisat / ArgentX) and responsive layout.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79191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No Automated Relayer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Lacks an off-chain P2P / RFQ matching protocol for negotiating trade parameters and fees.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41063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50791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Asymmetric Finality Risk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Discrepancy between Bitcoin 6-block PoW finality and Starknet L2 soft execution states.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02936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12664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Privacy Leakage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Reusing identical SHA256(secret) links Bitcoin and Starknet wallet addresses on public block explorers.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5. What Needs to Be Done (Strategic Solutions)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27048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Production DApp Transition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Connect real wallet SDKs (starknet.js + bitcoinjs-lib) and deploy actual Cairo HTLC contracts.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79191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Automated Watchtower Service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Implement background daemons to monitor Starknet calldata and auto-claim BTC transactions.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41063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50791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Upgrade to PTLC (Point Timelock)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Replace SHA256 hashes with Schnorr Adaptor Signatures to achieve full privacy and unlinkability.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02936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12664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RFQ Network Integration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Build an off-chain orderbook using Nostr/LibP2P for decentralized market-maker liquidity.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6. Technical &amp; Security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27048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Strict Timelock Delta Rule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Enforce Timelock_BTC &gt;&gt; Timelock_STRK (e.g., 48h vs 24h) to prevent the 'Free Option' exploit.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79191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Mempool Front-Running Shield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Bind BTC claim scripts strictly to the Node's public key to prevent mempool secret theft.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41063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50791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Cairo Smart Contract Architecture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Deploy verifiable Starknet Cairo contracts emitting indexed Claim events for instant discovery.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02936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12664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Automated Refund Fallback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Implement non-interactive timeout execution scripts to protect user principal automatically.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7. Implementation Roadmap &amp;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27048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Phase 1: Cairo Contract Auditing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Deploy and verify AtomicStark HTLC contract on Starknet Sepolia testnet.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79191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Phase 2: Full-Stack Web3 DApp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Integrate browser wallet signatures and live Bitcoin testnet P2SH creation.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41063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50791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Phase 3: Watchtower Daemon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Release open-source Node daemon that automates secret extraction and transaction broadcasting.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02936"/>
            <a:ext cx="10728655" cy="10789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12664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931A"/>
                </a:solidFill>
              </a:defRPr>
            </a:pPr>
            <a:r>
              <a:t>•  Phase 4: Taproot &amp; PTLC Upgrade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 Implement Bitcoin Taproot (BIP-341) and Starknet STARK proof adaptor signatures.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7931A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Unlocking Native Bitcoin Liquidity via Trustless Layer 2 Atomic Swaps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